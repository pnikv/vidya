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48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20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92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65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34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2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8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9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7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1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8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3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9813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00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6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52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89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2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230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  <p:sldLayoutId id="2147483748" r:id="rId14"/>
    <p:sldLayoutId id="2147483749" r:id="rId15"/>
    <p:sldLayoutId id="2147483750" r:id="rId16"/>
    <p:sldLayoutId id="214748375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SMART TAP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Touch-Free Automatic Water Tap</a:t>
            </a:r>
          </a:p>
          <a:p>
            <a:pPr algn="ctr">
              <a:defRPr sz="2000"/>
            </a:pPr>
            <a:r>
              <a:t>Arduino-based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Smart Tap is an automatic, touch-free water tap system.</a:t>
            </a:r>
          </a:p>
          <a:p>
            <a:pPr>
              <a:spcAft>
                <a:spcPts val="1000"/>
              </a:spcAft>
              <a:defRPr sz="2000"/>
            </a:pPr>
            <a:r>
              <a:t>A sensor detects a hand placed near the tap.</a:t>
            </a:r>
          </a:p>
          <a:p>
            <a:pPr>
              <a:spcAft>
                <a:spcPts val="1000"/>
              </a:spcAft>
              <a:defRPr sz="2000"/>
            </a:pPr>
            <a:r>
              <a:t>Arduino UNO processes the sensor signal and controls a small DC motor/pump.</a:t>
            </a:r>
          </a:p>
          <a:p>
            <a:pPr>
              <a:spcAft>
                <a:spcPts val="1000"/>
              </a:spcAft>
              <a:defRPr sz="2000"/>
            </a:pPr>
            <a:r>
              <a:t>Water flows only when a hand is detected, helping reduce unnecessary water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Components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Arduino UNO – main controller</a:t>
            </a:r>
          </a:p>
          <a:p>
            <a:pPr>
              <a:spcAft>
                <a:spcPts val="1000"/>
              </a:spcAft>
              <a:defRPr sz="2000"/>
            </a:pPr>
            <a:r>
              <a:t>3 × IR sensors OR an ultrasonic sensor – detects the hand</a:t>
            </a:r>
          </a:p>
          <a:p>
            <a:pPr>
              <a:spcAft>
                <a:spcPts val="1000"/>
              </a:spcAft>
              <a:defRPr sz="2000"/>
            </a:pPr>
            <a:r>
              <a:t>Mini DC motor / small water pump – controls water flow</a:t>
            </a:r>
          </a:p>
          <a:p>
            <a:pPr>
              <a:spcAft>
                <a:spcPts val="1000"/>
              </a:spcAft>
              <a:defRPr sz="2000"/>
            </a:pPr>
            <a:r>
              <a:t>5V power supply – powers the circuit</a:t>
            </a:r>
          </a:p>
          <a:p>
            <a:pPr>
              <a:spcAft>
                <a:spcPts val="1000"/>
              </a:spcAft>
              <a:defRPr sz="2000"/>
            </a:pPr>
            <a:r>
              <a:t>10 mm plumbing pipe/tube and connectors – water path</a:t>
            </a:r>
          </a:p>
          <a:p>
            <a:pPr>
              <a:spcAft>
                <a:spcPts val="1000"/>
              </a:spcAft>
              <a:defRPr sz="2000"/>
            </a:pPr>
            <a:r>
              <a:t>DC power supply / battery as required for the motor</a:t>
            </a:r>
          </a:p>
          <a:p>
            <a:pPr>
              <a:spcAft>
                <a:spcPts val="1000"/>
              </a:spcAft>
              <a:defRPr sz="2000"/>
            </a:pPr>
            <a:r>
              <a:t>Connecting wires and basic mounting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Step 1: The sensor continuously checks for a hand near the tap.</a:t>
            </a:r>
          </a:p>
          <a:p>
            <a:pPr>
              <a:spcAft>
                <a:spcPts val="1000"/>
              </a:spcAft>
              <a:defRPr sz="2000"/>
            </a:pPr>
            <a:r>
              <a:t>Step 2: When the hand is detected, the sensor sends a signal to Arduino UNO.</a:t>
            </a:r>
          </a:p>
          <a:p>
            <a:pPr>
              <a:spcAft>
                <a:spcPts val="1000"/>
              </a:spcAft>
              <a:defRPr sz="2000"/>
            </a:pPr>
            <a:r>
              <a:t>Step 3: Arduino activates the motor/pump.</a:t>
            </a:r>
          </a:p>
          <a:p>
            <a:pPr>
              <a:spcAft>
                <a:spcPts val="1000"/>
              </a:spcAft>
              <a:defRPr sz="2000"/>
            </a:pPr>
            <a:r>
              <a:t>Step 4: Water starts flowing through the pipe.</a:t>
            </a:r>
          </a:p>
          <a:p>
            <a:pPr>
              <a:spcAft>
                <a:spcPts val="1000"/>
              </a:spcAft>
              <a:defRPr sz="2000"/>
            </a:pPr>
            <a:r>
              <a:t>Step 5: When the hand is removed, Arduino switches the motor/pump off.</a:t>
            </a:r>
          </a:p>
          <a:p>
            <a:pPr>
              <a:spcAft>
                <a:spcPts val="1000"/>
              </a:spcAft>
              <a:defRPr sz="2000"/>
            </a:pPr>
            <a:r>
              <a:t>Result: The tap operates automatically without touching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Need for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To reduce water wastage caused by taps being left open.</a:t>
            </a:r>
          </a:p>
          <a:p>
            <a:pPr>
              <a:spcAft>
                <a:spcPts val="1000"/>
              </a:spcAft>
              <a:defRPr sz="2000"/>
            </a:pPr>
            <a:r>
              <a:t>To provide a hygienic, touch-free way to use water.</a:t>
            </a:r>
          </a:p>
          <a:p>
            <a:pPr>
              <a:spcAft>
                <a:spcPts val="1000"/>
              </a:spcAft>
              <a:defRPr sz="2000"/>
            </a:pPr>
            <a:r>
              <a:t>To make a simple and low-cost automation project.</a:t>
            </a:r>
          </a:p>
          <a:p>
            <a:pPr>
              <a:spcAft>
                <a:spcPts val="1000"/>
              </a:spcAft>
              <a:defRPr sz="2000"/>
            </a:pPr>
            <a:r>
              <a:t>To demonstrate practical use of sensors, Arduino and motors.</a:t>
            </a:r>
          </a:p>
          <a:p>
            <a:pPr>
              <a:spcAft>
                <a:spcPts val="1000"/>
              </a:spcAft>
              <a:defRPr sz="2000"/>
            </a:pPr>
            <a:r>
              <a:t>Useful for schools, homes, offices and public places.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Uses /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Wash basins and hand-washing stations</a:t>
            </a:r>
          </a:p>
          <a:p>
            <a:pPr>
              <a:spcAft>
                <a:spcPts val="1000"/>
              </a:spcAft>
              <a:defRPr sz="2000"/>
            </a:pPr>
            <a:r>
              <a:t>Schools and educational centers</a:t>
            </a:r>
          </a:p>
          <a:p>
            <a:pPr>
              <a:spcAft>
                <a:spcPts val="1000"/>
              </a:spcAft>
              <a:defRPr sz="2000"/>
            </a:pPr>
            <a:r>
              <a:t>Offices and workplaces</a:t>
            </a:r>
          </a:p>
          <a:p>
            <a:pPr>
              <a:spcAft>
                <a:spcPts val="1000"/>
              </a:spcAft>
              <a:defRPr sz="2000"/>
            </a:pPr>
            <a:r>
              <a:t>Hospitals and clinics</a:t>
            </a:r>
          </a:p>
          <a:p>
            <a:pPr>
              <a:spcAft>
                <a:spcPts val="1000"/>
              </a:spcAft>
              <a:defRPr sz="2000"/>
            </a:pPr>
            <a:r>
              <a:t>Public toilets and community facilities</a:t>
            </a:r>
          </a:p>
          <a:p>
            <a:pPr>
              <a:spcAft>
                <a:spcPts val="1000"/>
              </a:spcAft>
              <a:defRPr sz="2000"/>
            </a:pPr>
            <a:r>
              <a:t>Water-saving demonstration models and STEM projects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Estimated Project Cost (INR)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Arduino UNO: ₹500–₹700</a:t>
            </a:r>
          </a:p>
          <a:p>
            <a:pPr>
              <a:spcAft>
                <a:spcPts val="1000"/>
              </a:spcAft>
              <a:defRPr sz="2000"/>
            </a:pPr>
            <a:r>
              <a:t>IR sensors (3): ₹90–₹180 total OR ultrasonic sensor: ₹80–₹150</a:t>
            </a:r>
          </a:p>
          <a:p>
            <a:pPr>
              <a:spcAft>
                <a:spcPts val="1000"/>
              </a:spcAft>
              <a:defRPr sz="2000"/>
            </a:pPr>
            <a:r>
              <a:t>Mini DC motor / small 5V pump: ₹100–₹200</a:t>
            </a:r>
          </a:p>
          <a:p>
            <a:pPr>
              <a:spcAft>
                <a:spcPts val="1000"/>
              </a:spcAft>
              <a:defRPr sz="2000"/>
            </a:pPr>
            <a:r>
              <a:t>5V power supply: ₹100–₹180</a:t>
            </a:r>
          </a:p>
          <a:p>
            <a:pPr>
              <a:spcAft>
                <a:spcPts val="1000"/>
              </a:spcAft>
              <a:defRPr sz="2000"/>
            </a:pPr>
            <a:r>
              <a:t>10 mm pipe/tube and plumbing connectors: ₹80–₹150</a:t>
            </a:r>
          </a:p>
          <a:p>
            <a:pPr>
              <a:spcAft>
                <a:spcPts val="1000"/>
              </a:spcAft>
              <a:defRPr sz="2000"/>
            </a:pPr>
            <a:r>
              <a:t>Wires, connectors and small materials: ₹50–₹100</a:t>
            </a:r>
          </a:p>
          <a:p>
            <a:pPr>
              <a:spcAft>
                <a:spcPts val="1000"/>
              </a:spcAft>
              <a:defRPr sz="2000"/>
            </a:pPr>
            <a:r>
              <a:t>Estimated total: ₹1,000–₹1,500 (approx.)</a:t>
            </a:r>
          </a:p>
          <a:p>
            <a:pPr>
              <a:spcAft>
                <a:spcPts val="1000"/>
              </a:spcAft>
              <a:defRPr sz="2000"/>
            </a:pPr>
            <a:r>
              <a:t>Note: Actual cost depends on local shop prices and the exact components selected.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Touch-free operation</a:t>
            </a:r>
          </a:p>
          <a:p>
            <a:pPr>
              <a:spcAft>
                <a:spcPts val="1000"/>
              </a:spcAft>
              <a:defRPr sz="2000"/>
            </a:pPr>
            <a:r>
              <a:t>Helps reduce water wastage</a:t>
            </a:r>
          </a:p>
          <a:p>
            <a:pPr>
              <a:spcAft>
                <a:spcPts val="1000"/>
              </a:spcAft>
              <a:defRPr sz="2000"/>
            </a:pPr>
            <a:r>
              <a:t>Simple Arduino-based automation</a:t>
            </a:r>
          </a:p>
          <a:p>
            <a:pPr>
              <a:spcAft>
                <a:spcPts val="1000"/>
              </a:spcAft>
              <a:defRPr sz="2000"/>
            </a:pPr>
            <a:r>
              <a:t>Low-cost and easy to demonstrate</a:t>
            </a:r>
          </a:p>
          <a:p>
            <a:pPr>
              <a:spcAft>
                <a:spcPts val="1000"/>
              </a:spcAft>
              <a:defRPr sz="2000"/>
            </a:pPr>
            <a:r>
              <a:t>Can be improved with timers, flow control or additional sensors</a:t>
            </a:r>
          </a:p>
          <a:p>
            <a:pPr>
              <a:spcAft>
                <a:spcPts val="1000"/>
              </a:spcAft>
              <a:defRPr sz="2000"/>
            </a:pPr>
            <a:r>
              <a:t>Good beginner project for electronics and coding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Smart Tap combines sensors, Arduino and a motor/pump to automate water flow.</a:t>
            </a:r>
          </a:p>
          <a:p>
            <a:pPr>
              <a:spcAft>
                <a:spcPts val="1000"/>
              </a:spcAft>
              <a:defRPr sz="2000"/>
            </a:pPr>
            <a:r>
              <a:t>It solves a simple real-life problem: unnecessary water use and tap touching.</a:t>
            </a:r>
          </a:p>
          <a:p>
            <a:pPr>
              <a:spcAft>
                <a:spcPts val="1000"/>
              </a:spcAft>
              <a:defRPr sz="2000"/>
            </a:pPr>
            <a:r>
              <a:t>The project is affordable, practical and suitable for a school or community STEM demonstration.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60EA-4E92-72D7-8BF3-8DD1893C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236BCD-BD2A-8E92-8769-548615373DCB}"/>
              </a:ext>
            </a:extLst>
          </p:cNvPr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AE6AC-33EF-1516-4F90-528EFA2DFE6F}"/>
              </a:ext>
            </a:extLst>
          </p:cNvPr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Smart Tap combines sensors, Arduino and a motor/pump to automate water flow.</a:t>
            </a:r>
          </a:p>
          <a:p>
            <a:pPr>
              <a:spcAft>
                <a:spcPts val="1000"/>
              </a:spcAft>
              <a:defRPr sz="2000"/>
            </a:pPr>
            <a:r>
              <a:t>It solves a simple real-life problem: unnecessary water use and tap touching.</a:t>
            </a:r>
          </a:p>
          <a:p>
            <a:pPr>
              <a:spcAft>
                <a:spcPts val="1000"/>
              </a:spcAft>
              <a:defRPr sz="2000"/>
            </a:pPr>
            <a:r>
              <a:t>The project is affordable, practical and suitable for a school or community STEM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2183530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547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DEP</dc:creator>
  <cp:keywords/>
  <dc:description>generated using python-pptx</dc:description>
  <cp:lastModifiedBy>Saurabh Dalvi</cp:lastModifiedBy>
  <cp:revision>3</cp:revision>
  <dcterms:created xsi:type="dcterms:W3CDTF">2013-01-27T09:14:16Z</dcterms:created>
  <dcterms:modified xsi:type="dcterms:W3CDTF">2026-08-12T04:44:29Z</dcterms:modified>
  <cp:category/>
</cp:coreProperties>
</file>